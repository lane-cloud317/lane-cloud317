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289c3b0cf34cd9" /><Relationship Type="http://schemas.openxmlformats.org/officeDocument/2006/relationships/extended-properties" Target="/docProps/app.xml" Id="R7fcd1f6d5dac4794" /><Relationship Type="http://schemas.openxmlformats.org/officeDocument/2006/relationships/officeDocument" Target="/ppt/presentation.xml" Id="R938e9178b9ee47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89de77772e4490"/>
  </p:sldMasterIdLst>
  <p:notesMasterIdLst>
    <p:notesMasterId xmlns:r="http://schemas.openxmlformats.org/officeDocument/2006/relationships" r:id="R53010b2a33f44377"/>
  </p:notesMasterIdLst>
  <p:sldIdLst>
    <p:sldId xmlns:r="http://schemas.openxmlformats.org/officeDocument/2006/relationships" id="256" r:id="Rb58f4392bd3c40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83e12b044e449d" /><Relationship Type="http://schemas.openxmlformats.org/officeDocument/2006/relationships/slideMaster" Target="/ppt/slideMasters/slideMaster1.xml" Id="R2989de77772e4490" /><Relationship Type="http://schemas.openxmlformats.org/officeDocument/2006/relationships/notesMaster" Target="/ppt/notesMasters/notesMaster1.xml" Id="R53010b2a33f44377" /><Relationship Type="http://schemas.openxmlformats.org/officeDocument/2006/relationships/presProps" Target="/ppt/presProps.xml" Id="Rd102fcde3c8248c7" /><Relationship Type="http://schemas.openxmlformats.org/officeDocument/2006/relationships/tableStyles" Target="/ppt/tableStyles.xml" Id="Rf9bfbedc0eff4a24" /><Relationship Type="http://schemas.openxmlformats.org/officeDocument/2006/relationships/slide" Target="/ppt/slides/slide1.xml" Id="Rb58f4392bd3c40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7e806d96a14f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JhengHei"/>
        <a:ea typeface="Microsoft JhengHei"/>
        <a:cs typeface="Microsoft JhengHei"/>
      </a:majorFont>
      <a:minorFont>
        <a:latin typeface="Microsoft JhengHei"/>
        <a:ea typeface="Microsoft JhengHei"/>
        <a:cs typeface="Microsoft Jheng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3d862eb9f64ace" /><Relationship Type="http://schemas.openxmlformats.org/officeDocument/2006/relationships/notesMaster" Target="/ppt/notesMasters/notesMaster1.xml" Id="Rfd18b906bf07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資料來源：企劃部手動作業站位風險排查(2).xlsx，及其優化版。課別項數、卡控類型和責任／期限缺漏由原表 19 項逐列統計。系統類包含系統加人工混合卡控。綠燈依使用者確認的卡控方式口徑，並非實際控制有效性驗證或整改結案。AI 應用為檢討建議，尚未實施。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5c087e9414a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380ed72c344c0e" /><Relationship Type="http://schemas.openxmlformats.org/officeDocument/2006/relationships/slideLayout" Target="/ppt/slideLayouts/slideLayout1.xml" Id="R5da6f634c1424f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a6f634c1424f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JhengHei"/>
        <a:ea typeface="Microsoft JhengHei"/>
        <a:cs typeface="Microsoft JhengHei"/>
      </a:majorFont>
      <a:minorFont>
        <a:latin typeface="Microsoft JhengHei"/>
        <a:ea typeface="Microsoft JhengHei"/>
        <a:cs typeface="Microsoft Jheng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1b024965944b0" /><Relationship Type="http://schemas.openxmlformats.org/officeDocument/2006/relationships/notesSlide" Target="/ppt/notesSlides/notesSlide1.xml" Id="R62c1318a8c514f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7FEB9-3649-4000-B5AA-EC115B56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企劃部手動作業站位風險排查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07D62-0FE2-400E-8E77-F7271CD6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5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85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85A78"/>
                </a:solidFill>
                <a:latin typeface="Microsoft JhengHei"/>
                <a:ea typeface="Microsoft JhengHei"/>
                <a:cs typeface="Microsoft JhengHei"/>
              </a:rPr>
              <a:t>重點摘要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6E05A-0FC2-44C2-A956-61FDF5B0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1120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1  共排查 19 項手動作業，按系統卡控或人工交叉複核口徑，19 項均列綠燈。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152C4-B8F3-432B-9978-BE39CBD0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43075"/>
            <a:ext cx="1120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324A"/>
                </a:solidFill>
                <a:latin typeface="Microsoft JhengHei"/>
                <a:ea typeface="Microsoft JhengHei"/>
                <a:cs typeface="Microsoft JhengHei"/>
              </a:rPr>
              <a:t>2  整改與 AI 輔助方向已逐項梳理；11 項未填責任人、12 項未填完成期限。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64BE5-3FBB-4EAD-A20A-9C087C72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5A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85A78"/>
                </a:solidFill>
                <a:latin typeface="Microsoft JhengHei"/>
                <a:ea typeface="Microsoft JhengHei"/>
                <a:cs typeface="Microsoft JhengHei"/>
              </a:rPr>
              <a:t>按課別匯總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95300" y="2600325"/>
          <a:ext xmlns:a="http://schemas.openxmlformats.org/drawingml/2006/main" cx="11201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647700"/>
                <a:gridCol w="1762125"/>
                <a:gridCol w="5334000"/>
                <a:gridCol w="2171700"/>
              </a:tblGrid>
              <a:tr h="4095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課別</a:t>
                      </a:r>
                    </a:p>
                  </a:txBody>
                  <a:tcPr marL="91440" marR="91440" marT="45720" marB="45720">
                    <a:solidFill>
                      <a:srgbClr val="285A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項數</a:t>
                      </a:r>
                    </a:p>
                  </a:txBody>
                  <a:tcPr marL="91440" marR="91440" marT="45720" marB="45720">
                    <a:solidFill>
                      <a:srgbClr val="285A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卡控方式</a:t>
                      </a:r>
                    </a:p>
                  </a:txBody>
                  <a:tcPr marL="91440" marR="91440" marT="45720" marB="45720">
                    <a:solidFill>
                      <a:srgbClr val="285A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主要改善方向</a:t>
                      </a:r>
                    </a:p>
                  </a:txBody>
                  <a:tcPr marL="91440" marR="91440" marT="45720" marB="45720">
                    <a:solidFill>
                      <a:srgbClr val="285A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待補管理資料</a:t>
                      </a:r>
                    </a:p>
                  </a:txBody>
                  <a:tcPr marL="91440" marR="91440" marT="45720" marB="45720">
                    <a:solidFill>
                      <a:srgbClr val="285A7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倉管課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系統 1、人工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推進收貨預約、儲位與掃碼點檢；AI 提示帳實及出貨差異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按既定期限追蹤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物控課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人工 5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強化 PR、BOM、WDN 與需求資料比對；AI 提示交期及庫存異常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責任人 4 項待補</a:t>
                      </a:r>
                    </a:p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期限 5 項待補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生管課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人工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校驗工單配置與發料狀態，自動帶入實計畫；AI 提示投入異常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責任人 1 項待補</a:t>
                      </a:r>
                    </a:p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期限 1 項待補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關務物流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系統 3、人工 3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以 AI 擷取並比對進出口及核銷單證；關務人員複核例外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責任人 6 項待補</a:t>
                      </a:r>
                    </a:p>
                    <a:p>
                      <a:r>
                        <a:rPr sz="1200">
                          <a:solidFill>
                            <a:srgbClr val="17324A"/>
                          </a:solidFill>
                        </a:rPr>
                        <a:t>期限 6 項待補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A"/>
                          </a:solidFill>
                        </a:rPr>
                        <a:t>合計</a:t>
                      </a:r>
                    </a:p>
                  </a:txBody>
                  <a:tcPr marL="91440" marR="91440" marT="45720" marB="45720"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A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A"/>
                          </a:solidFill>
                        </a:rPr>
                        <a:t>系統 4、人工 15</a:t>
                      </a:r>
                    </a:p>
                  </a:txBody>
                  <a:tcPr marL="91440" marR="91440" marT="45720" marB="45720"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A"/>
                          </a:solidFill>
                        </a:rPr>
                        <a:t>19 項均已提出檢討整改措施</a:t>
                      </a:r>
                    </a:p>
                  </a:txBody>
                  <a:tcPr marL="91440" marR="91440" marT="45720" marB="45720"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A"/>
                          </a:solidFill>
                        </a:rPr>
                        <a:t>責任人 11 項待補</a:t>
                      </a:r>
                    </a:p>
                    <a:p>
                      <a:r>
                        <a:rPr sz="1200" b="1">
                          <a:solidFill>
                            <a:srgbClr val="17324A"/>
                          </a:solidFill>
                        </a:rPr>
                        <a:t>期限 12 項待補</a:t>
                      </a:r>
                    </a:p>
                  </a:txBody>
                  <a:tcPr marL="91440" marR="91440" marT="45720" marB="45720">
                    <a:solidFill>
                      <a:srgbClr val="E8F0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4B14E-9D95-4BA9-91E4-9359C8CE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120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26575"/>
                </a:solidFill>
                <a:latin typeface="Microsoft JhengHei"/>
                <a:ea typeface="Microsoft JhengHei"/>
                <a:cs typeface="Microsoft JhengHei"/>
              </a:rPr>
              <a:t>註：綠燈僅按本次卡控方式判定，不代表整改措施已完成。系統類含混合卡控；完整 19 項明細另附 Excel。</a:t>
            </a:r>
          </a:p>
        </p:txBody>
      </p:sp>
    </p:spTree>
    <p:extLst>
      <p:ext uri="{BB962C8B-B14F-4D97-AF65-F5344CB8AC3E}">
        <p14:creationId xmlns:p14="http://schemas.microsoft.com/office/powerpoint/2010/main" val="1001685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JhengHei"/>
        <a:ea typeface="Microsoft JhengHei"/>
        <a:cs typeface="Microsoft JhengHei"/>
      </a:majorFont>
      <a:minorFont>
        <a:latin typeface="Microsoft JhengHei"/>
        <a:ea typeface="Microsoft JhengHei"/>
        <a:cs typeface="Microsoft Jheng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2026-09-23T02:07:23.5800000Z</dcterms:created>
  <dcterms:modified xsi:type="dcterms:W3CDTF">2026-09-23T02:07:23.5800000Z</dcterms:modified>
</coreProperties>
</file>